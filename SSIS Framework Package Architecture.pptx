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7778" y="1746945"/>
            <a:ext cx="71283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SSIS Framework Package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820251" y="2585145"/>
            <a:ext cx="350342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Metadata-Driven ETL Architecture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740262" y="3209925"/>
            <a:ext cx="16634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Data Integration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Architecture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Metadata-driven configuration for extract definitions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dependency management for source tables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logging and impact tracking system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Multi-job orchestration with dynamic batch execution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1: Config Tables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repository for extract definitions and metadata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718221"/>
            <a:ext cx="7620000" cy="2000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ID: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Unique identifier for each extract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Code: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Query to execute for extraction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 Path: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File output location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ID: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Batch grouping for execution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Additional config parameters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2: Dependency Check Job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daily to validate table freshness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21"/>
            <a:ext cx="7620000" cy="2000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Analyzes SQL code from today's scheduled extracts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all source tables for each definition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table refresh-frequency compliance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failures to central logging table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affected extracts for each table failure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35"/>
            <a:ext cx="7924800" cy="67054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072580"/>
            <a:ext cx="7924800" cy="67054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895526"/>
            <a:ext cx="7924800" cy="67054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Check: Logic Flow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76300" y="1478235"/>
            <a:ext cx="7578090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Query config table for definitions scheduled today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6300" y="2301180"/>
            <a:ext cx="7578090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Parse SQL to extract table dependencies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6300" y="3124126"/>
            <a:ext cx="7578090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Check last refresh vs. refresh-frequency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42021"/>
            <a:ext cx="7924800" cy="124963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Table Output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635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 daily for dependency failures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76300" y="1870621"/>
            <a:ext cx="7578090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Tables: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List of stale/missing source tables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6300" y="2160166"/>
            <a:ext cx="7578090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Affected Extracts: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Definition IDs that depend on failed tables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6300" y="2449711"/>
            <a:ext cx="7578090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Date: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check was performed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3044056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downstream by orchestration package to prevent failed extracts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3: Orchestration Package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SSIS package triggered by multiple scheduled jobs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21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Batch ID from calling job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Determines which definitions to execute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against dependency log table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Executes extracts or marks as skipped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35"/>
            <a:ext cx="7924800" cy="67054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072580"/>
            <a:ext cx="7924800" cy="67054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895526"/>
            <a:ext cx="7924800" cy="67054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Execution: Decision Flow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76300" y="1478235"/>
            <a:ext cx="7578090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Batch ID from scheduled job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6300" y="2301180"/>
            <a:ext cx="7578090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Get all definitions for this Batch ID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6300" y="3124126"/>
            <a:ext cx="7578090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each definition in batch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35"/>
            <a:ext cx="7924800" cy="708645"/>
          </a:xfrm>
          <a:prstGeom prst="rect">
            <a:avLst/>
          </a:prstGeom>
          <a:solidFill>
            <a:srgbClr val="334155"/>
          </a:solidFill>
          <a:ln w="1905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39280"/>
            <a:ext cx="3810000" cy="1152153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24400" y="2339280"/>
            <a:ext cx="3810000" cy="1152153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Definition: Validation Check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82955" y="1497285"/>
            <a:ext cx="7578090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Definition ID in the Failed/Affected list?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6300" y="2567880"/>
            <a:ext cx="3380994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- SKIP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6300" y="2857426"/>
            <a:ext cx="3314700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skip reason. Extracts blocked due to source table failures.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4991100" y="2567880"/>
            <a:ext cx="3380994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- RUN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91100" y="2857426"/>
            <a:ext cx="3380994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extract. All dependencies are fresh.</a:t>
            </a:r>
            <a:endParaRPr lang="en-US" sz="11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35"/>
            <a:ext cx="7924800" cy="5334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225055"/>
            <a:ext cx="7924800" cy="5334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200474"/>
            <a:ext cx="7924800" cy="5334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4175894"/>
            <a:ext cx="7924800" cy="5334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Daily Process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9590" y="1371526"/>
            <a:ext cx="7795778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80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Daily:</a:t>
            </a:r>
            <a:pPr indent="0" marL="0">
              <a:lnSpc>
                <a:spcPts val="228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Dependency job validates source table freshness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530352" y="1859235"/>
            <a:ext cx="8083296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114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769590" y="2346945"/>
            <a:ext cx="7795778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80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Log Results:</a:t>
            </a:r>
            <a:pPr indent="0" marL="0">
              <a:lnSpc>
                <a:spcPts val="228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Failed tables and affected definitions recorded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530352" y="2834655"/>
            <a:ext cx="8083296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114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769590" y="3322365"/>
            <a:ext cx="7795778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80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Jobs Fire:</a:t>
            </a:r>
            <a:pPr indent="0" marL="0">
              <a:lnSpc>
                <a:spcPts val="228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Multiple jobs trigger orchestration package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530352" y="3810074"/>
            <a:ext cx="8083296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114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769590" y="4297784"/>
            <a:ext cx="7795778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80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Execution:</a:t>
            </a:r>
            <a:pPr indent="0" marL="0">
              <a:lnSpc>
                <a:spcPts val="228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Package checks log and runs or skips extracts</a:t>
            </a:r>
            <a:endParaRPr lang="en-US" sz="11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Metadata-Driven: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Configuration in database = easy updates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Awareness: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Prevents cascading failures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Complete logging of failures and skips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Works with any number of extracts and batches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 &amp; Monitoring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Table: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Central record of all failures and dependencies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Logs: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Execution status for each extract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Monitor dependency job and extract failures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Historical logs enable root cause analysis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435"/>
            <a:ext cx="7924800" cy="65990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55229"/>
            <a:ext cx="7924800" cy="65990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737024"/>
            <a:ext cx="7924800" cy="65990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518818"/>
            <a:ext cx="7924800" cy="65990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Interaction Summary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76300" y="1402035"/>
            <a:ext cx="7578090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Tables</a:t>
            </a:r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Stores all extract metadata and definitions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876300" y="2183829"/>
            <a:ext cx="7578090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Job</a:t>
            </a:r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Validates source table freshness daily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876300" y="2965624"/>
            <a:ext cx="7578090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Table</a:t>
            </a:r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Records failures and affected extracts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876300" y="3747418"/>
            <a:ext cx="7578090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Package</a:t>
            </a:r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Executes extracts based on dependency log</a:t>
            </a:r>
            <a:endParaRPr lang="en-US" sz="11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Checklist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Table Schema: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Definition ID, SQL, Path, Batch ID, Metadata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Job: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Daily schedule, table freshness checks, logging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Table Schema: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Failed tables, affected definitions, timestamps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Package: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Parameter input, batch loop, conditional execution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35973" y="1872630"/>
            <a:ext cx="187198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080532" y="2512665"/>
            <a:ext cx="9829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396425" y="3084165"/>
            <a:ext cx="235107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SSIS Framework Package Architecture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2026-02-04T07:58:16Z</dcterms:created>
  <dcterms:modified xsi:type="dcterms:W3CDTF">2026-02-04T07:58:16Z</dcterms:modified>
</cp:coreProperties>
</file>